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oreb_apresentacao_capa_pt_17907262177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005840"/>
            <a:ext cx="566928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Segoe UI"/>
              </a:defRPr>
            </a:pPr>
            <a:r>
              <a:t>PLATAFORMA ECLESIÁSTICA HOREB</a:t>
            </a:r>
          </a:p>
          <a:p>
            <a:pPr>
              <a:spcAft>
                <a:spcPts val="14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A Tecnologia a Serviço do Reino</a:t>
            </a:r>
          </a:p>
          <a:p>
            <a:pPr>
              <a:spcAft>
                <a:spcPts val="24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Gestão ministerial de excelência aliada ao acolhimento contínuo de almas na era digital.</a:t>
            </a:r>
          </a:p>
          <a:p>
            <a:pPr>
              <a:spcAft>
                <a:spcPts val="2000"/>
              </a:spcAft>
              <a:defRPr sz="1300" i="1">
                <a:solidFill>
                  <a:srgbClr val="FDE68A"/>
                </a:solidFill>
                <a:latin typeface="Segoe UI"/>
              </a:defRPr>
            </a:pPr>
            <a:r>
              <a:t>“A tecnologia não substitui o pastor; ela capacita o ministério a alcançar a ovelha que está sofrendo em silêncio.”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Apresentação Oficial para Pastores Presidentes, Bispos e Diretorias de Igrejas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PLATAFORMA HOREB • APRESENTAÇÃO PASTORAL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O Diagnóstico: O Abandono Silencioso e a Sobrecarga Pastoral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5912" cy="1188720"/>
          </a:xfrm>
          <a:prstGeom prst="roundRect">
            <a:avLst/>
          </a:prstGeom>
          <a:solidFill>
            <a:srgbClr val="1C264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59E0B"/>
                </a:solidFill>
                <a:latin typeface="Segoe UI"/>
              </a:defRPr>
            </a:pPr>
            <a:r>
              <a:t>O DESAFIO DA 'PORTA DOS FUNDOS' NA IGREJA:</a:t>
            </a:r>
          </a:p>
          <a:p>
            <a:pPr>
              <a:defRPr sz="1400">
                <a:solidFill>
                  <a:srgbClr val="FFFFFF"/>
                </a:solidFill>
                <a:latin typeface="Segoe UI"/>
              </a:defRPr>
            </a:pPr>
            <a:r>
              <a:t>Mais de 40% das pessoas que se afastam da igreja não saem por rebeldia, mas por solidão, crise emocional não notada ou ausência de acolhimento no momento mais agudo da 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3410712" cy="3017520"/>
          </a:xfrm>
          <a:prstGeom prst="roundRect">
            <a:avLst/>
          </a:prstGeom>
          <a:solidFill>
            <a:srgbClr val="121A2E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2000" b="1">
                <a:solidFill>
                  <a:srgbClr val="F59E0B"/>
                </a:solidFill>
                <a:latin typeface="Segoe UI"/>
              </a:defRPr>
            </a:pPr>
            <a:r>
              <a:t>01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Sobrecarga da Liderança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O pastor titular e sua equipe têm coração pastoral, mas o dia só tem 24h. Centenas de mensagens se acumulam sem resposta humanizada a tempo.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108960"/>
            <a:ext cx="3410712" cy="3017520"/>
          </a:xfrm>
          <a:prstGeom prst="roundRect">
            <a:avLst/>
          </a:prstGeom>
          <a:solidFill>
            <a:srgbClr val="121A2E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2000" b="1">
                <a:solidFill>
                  <a:srgbClr val="F59E0B"/>
                </a:solidFill>
                <a:latin typeface="Segoe UI"/>
              </a:defRPr>
            </a:pPr>
            <a:r>
              <a:t>02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Comunicação Caótica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Avisos espirituais e pedidos urgentes de oração se perdem no ruído de grupos paralelos de WhatsApp, sem histórico e sem sigilo ético.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108960"/>
            <a:ext cx="3410712" cy="3017520"/>
          </a:xfrm>
          <a:prstGeom prst="roundRect">
            <a:avLst/>
          </a:prstGeom>
          <a:solidFill>
            <a:srgbClr val="121A2E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2000" b="1">
                <a:solidFill>
                  <a:srgbClr val="F59E0B"/>
                </a:solidFill>
                <a:latin typeface="Segoe UI"/>
              </a:defRPr>
            </a:pPr>
            <a:r>
              <a:t>03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Ausência de Indicadores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Dificuldade em acompanhar a frequência das células nos lares e emitir comprovantes confiáveis de dízimos para a declaração de Imposto de Renda.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PLATAFORMA HOREB • APRESENTAÇÃO PASTORAL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O Que é o Horeb: Um Ecossistema Ministerial Integrado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5912" cy="1371600"/>
          </a:xfrm>
          <a:prstGeom prst="roundRect">
            <a:avLst/>
          </a:prstGeom>
          <a:solidFill>
            <a:srgbClr val="121A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800" b="1">
                <a:solidFill>
                  <a:srgbClr val="F59E0B"/>
                </a:solidFill>
                <a:latin typeface="Segoe UI"/>
              </a:defRPr>
            </a:pPr>
            <a:r>
              <a:t>01. Cuidado de Almas 24/7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Aconselhamento bíblico com Inteligência Artificial humanizada que escuta, ora pelo membro e identifica crises emocionais em tempo real.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46120"/>
            <a:ext cx="10725912" cy="1371600"/>
          </a:xfrm>
          <a:prstGeom prst="roundRect">
            <a:avLst/>
          </a:prstGeom>
          <a:solidFill>
            <a:srgbClr val="121A2E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800" b="1">
                <a:solidFill>
                  <a:srgbClr val="FFFFFF"/>
                </a:solidFill>
                <a:latin typeface="Segoe UI"/>
              </a:defRPr>
            </a:pPr>
            <a:r>
              <a:t>02. Comunhão e Discipulado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Localização de células nos lares, vídeos oficiais dos cultos, devocionais diários com áudio e integração ativa dos novos convertidos.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846320"/>
            <a:ext cx="10725912" cy="1371600"/>
          </a:xfrm>
          <a:prstGeom prst="roundRect">
            <a:avLst/>
          </a:prstGeom>
          <a:solidFill>
            <a:srgbClr val="121A2E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800" b="1">
                <a:solidFill>
                  <a:srgbClr val="FFFFFF"/>
                </a:solidFill>
                <a:latin typeface="Segoe UI"/>
              </a:defRPr>
            </a:pPr>
            <a:r>
              <a:t>03. Governança e Transparência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Gestão financeira segura com dízimos nominais para IRPF, inscrições de congressos com QR Code e permissões por perfil ministerial.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PLATAFORMA HOREB • APRESENTAÇÃO PASTORAL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Check-in de Alma: Acolhimento Humanizado com Reprodução em Áudio</a:t>
            </a:r>
          </a:p>
        </p:txBody>
      </p:sp>
      <p:pic>
        <p:nvPicPr>
          <p:cNvPr id="5" name="Picture 4" descr="painel_pastoral_pt_179072624278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59436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55448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Termômetro Emocional Bíblico: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O membro escolhe como se sente (Feliz &amp; Grato, Cansado, Ansioso, Triste) com design respeitoso e acolhedor.</a:t>
            </a:r>
          </a:p>
          <a:p>
            <a:pPr>
              <a:spcAft>
                <a:spcPts val="2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Tratamento Nominal Afetuoso: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A IA reconhece o primeiro nome do membro (ex: 'Graça e Paz, Luan!'), oferecendo leitura sensível e pastoral.</a:t>
            </a:r>
          </a:p>
          <a:p>
            <a:pPr>
              <a:spcAft>
                <a:spcPts val="2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Ouvir o Áudio a Qualquer Instante: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O usuário pode enviar sua mensagem gravando a própria voz e ouvir a resposta e a oração geradas em voz natural brasileira a qualquer hora.</a:t>
            </a:r>
          </a:p>
          <a:p>
            <a:pPr>
              <a:spcAft>
                <a:spcPts val="2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Fiel à Doutrina Cristã: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Respostas estritamente embasadas nas Escrituras Sagradas, confortando sem frieza robótica.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PLATAFORMA HOREB • APRESENTAÇÃO PASTORAL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A Ponte do Cuidado: Da Inteligência Artificial ao Pastor Humano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212080" cy="2011680"/>
          </a:xfrm>
          <a:prstGeom prst="roundRect">
            <a:avLst/>
          </a:prstGeom>
          <a:solidFill>
            <a:srgbClr val="121A2E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Passo 1: Acolhimento Diário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A IA atua como primeiro apoio 24/7, consolando e intercedendo pelas situações rotineiras com a Palavra.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212080" cy="2011680"/>
          </a:xfrm>
          <a:prstGeom prst="roundRect">
            <a:avLst/>
          </a:prstGeom>
          <a:solidFill>
            <a:srgbClr val="121A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Passo 2: Detecção de Crise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Em casos de luto, depressão severa ou crise familiar, o sistema aciona um botão de alerta: 'Falar com o Pastor'.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5212080" cy="2011680"/>
          </a:xfrm>
          <a:prstGeom prst="roundRect">
            <a:avLst/>
          </a:prstGeom>
          <a:solidFill>
            <a:srgbClr val="121A2E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Passo 3: Fila ao Vivo ou Agendamento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Se houver pastor online no painel, o membro é atendido na hora. Caso contrário, escolhe data e horário na agenda ministerial.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023360"/>
            <a:ext cx="5212080" cy="2011680"/>
          </a:xfrm>
          <a:prstGeom prst="roundRect">
            <a:avLst/>
          </a:prstGeom>
          <a:solidFill>
            <a:srgbClr val="121A2E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Passo 4: Preparo Espiritual Prévia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O pastor recebe o histórico e resumo prévio do motivo, entrando no gabinete presencial ou virtual já preparado em oração.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PLATAFORMA HOREB • APRESENTAÇÃO PASTORAL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Células e Discipulado: A Igreja Conectada nos Lares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5912" cy="1280160"/>
          </a:xfrm>
          <a:prstGeom prst="roundRect">
            <a:avLst/>
          </a:prstGeom>
          <a:solidFill>
            <a:srgbClr val="121A2E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700" b="1">
                <a:solidFill>
                  <a:srgbClr val="F59E0B"/>
                </a:solidFill>
                <a:latin typeface="Segoe UI"/>
              </a:defRPr>
            </a:pPr>
            <a:r>
              <a:t>Mapa da Igreja nos Bairros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Visitantes e novos decididos encontram em 1 clique a célula mais próxima de sua casa, com endereço, dia, horário e contato do líder.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46120"/>
            <a:ext cx="10725912" cy="1280160"/>
          </a:xfrm>
          <a:prstGeom prst="roundRect">
            <a:avLst/>
          </a:prstGeom>
          <a:solidFill>
            <a:srgbClr val="121A2E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700" b="1">
                <a:solidFill>
                  <a:srgbClr val="F59E0B"/>
                </a:solidFill>
                <a:latin typeface="Segoe UI"/>
              </a:defRPr>
            </a:pPr>
            <a:r>
              <a:t>Alinhamento Doutrinário Oficial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Os líderes de célula acessam diretamente no aplicativo os estudos e esboços oficiais enviados pela liderança pastoral da igreja.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79"/>
            <a:ext cx="10725912" cy="1280160"/>
          </a:xfrm>
          <a:prstGeom prst="roundRect">
            <a:avLst/>
          </a:prstGeom>
          <a:solidFill>
            <a:srgbClr val="121A2E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700" b="1">
                <a:solidFill>
                  <a:srgbClr val="F59E0B"/>
                </a:solidFill>
                <a:latin typeface="Segoe UI"/>
              </a:defRPr>
            </a:pPr>
            <a:r>
              <a:t>Frequência e Acompanhamento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O líder registra os membros presentes na reunião semanal, permitindo que a liderança pastoral saiba quem está faltando antes que esfrie na fé.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PLATAFORMA HOREB • APRESENTAÇÃO PASTORAL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Gestão Financeira Transparente &amp; Comprovantes de Dízimo para IRPF</a:t>
            </a:r>
          </a:p>
        </p:txBody>
      </p:sp>
      <p:pic>
        <p:nvPicPr>
          <p:cNvPr id="5" name="Picture 4" descr="gestao_financeira_eventos_pt_1790726271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554480"/>
            <a:ext cx="612648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55448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Dízimos e Ofertas Nominais: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Rastreamento seguro via PIX, cartão e transferências bancárias com identificação individual do membro.</a:t>
            </a:r>
          </a:p>
          <a:p>
            <a:pPr>
              <a:spcAft>
                <a:spcPts val="2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Comprovante Anual para IRPF: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Gera extrato oficial com CNPJ da igreja para a declaração de Imposto de Renda dos membros de forma imediata.</a:t>
            </a:r>
          </a:p>
          <a:p>
            <a:pPr>
              <a:spcAft>
                <a:spcPts val="2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Transparência com a Diretoria: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Relatórios mensais categorizados (Missões, Aluguel, Reforma, Obras Sociais) prontos para aprovação em assembleia.</a:t>
            </a:r>
          </a:p>
          <a:p>
            <a:pPr>
              <a:spcAft>
                <a:spcPts val="2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Segurança Bancária: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Sem manipulação manual desprotegida de dinheiro em espécie na tesouraria.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PLATAFORMA HOREB • APRESENTAÇÃO PASTORAL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Eventos e Congressos: Ingressos Digitais e Credenciamento com QR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5912" cy="1280160"/>
          </a:xfrm>
          <a:prstGeom prst="roundRect">
            <a:avLst/>
          </a:prstGeom>
          <a:solidFill>
            <a:srgbClr val="121A2E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700" b="1">
                <a:solidFill>
                  <a:srgbClr val="F59E0B"/>
                </a:solidFill>
                <a:latin typeface="Segoe UI"/>
              </a:defRPr>
            </a:pPr>
            <a:r>
              <a:t>Inscrições e Vendas Sem Intermediários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Congressos de mulheres, retiros de jovens e conferências ministeriais (pagos ou gratuitos) com inscrição direta no aplicativo.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46120"/>
            <a:ext cx="10725912" cy="1280160"/>
          </a:xfrm>
          <a:prstGeom prst="roundRect">
            <a:avLst/>
          </a:prstGeom>
          <a:solidFill>
            <a:srgbClr val="121A2E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700" b="1">
                <a:solidFill>
                  <a:srgbClr val="F59E0B"/>
                </a:solidFill>
                <a:latin typeface="Segoe UI"/>
              </a:defRPr>
            </a:pPr>
            <a:r>
              <a:t>Ingresso com QR Code Único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Cada participante recebe seu ingresso digital nominal com QR Code seguro salvo no celular, sem necessidade de papel.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79"/>
            <a:ext cx="10725912" cy="1280160"/>
          </a:xfrm>
          <a:prstGeom prst="roundRect">
            <a:avLst/>
          </a:prstGeom>
          <a:solidFill>
            <a:srgbClr val="121A2E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700" b="1">
                <a:solidFill>
                  <a:srgbClr val="F59E0B"/>
                </a:solidFill>
                <a:latin typeface="Segoe UI"/>
              </a:defRPr>
            </a:pPr>
            <a:r>
              <a:t>Check-in na Portaria em Segundos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Os obreiros e voluntários realizam a leitura do QR Code na entrada usando a própria câmera do celular, eliminando filas e tumultos.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PLATAFORMA HOREB • APRESENTAÇÃO PASTORAL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Segurança, Governança Ministerial e Sigilo Absoluto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212080" cy="2011680"/>
          </a:xfrm>
          <a:prstGeom prst="roundRect">
            <a:avLst/>
          </a:prstGeom>
          <a:solidFill>
            <a:srgbClr val="121A2E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Pastor Titular / Presidente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Visão panorâmica estratégica, aprovação de líderes e relatórios globais de engajamento da igreja.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212080" cy="2011680"/>
          </a:xfrm>
          <a:prstGeom prst="roundRect">
            <a:avLst/>
          </a:prstGeom>
          <a:solidFill>
            <a:srgbClr val="121A2E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Tesouraria &amp; Conselho Fiscal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Acesso exclusivo aos módulos financeiros e prestação de contas, sem acesso a dados sigilosos pastorais.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5212080" cy="2011680"/>
          </a:xfrm>
          <a:prstGeom prst="roundRect">
            <a:avLst/>
          </a:prstGeom>
          <a:solidFill>
            <a:srgbClr val="121A2E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Líderes de Ministérios &amp; Células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Gerenciam apenas os membros e eventos do seu ministério específico (Jovens, Casais, Kids, Células).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023360"/>
            <a:ext cx="5212080" cy="2011680"/>
          </a:xfrm>
          <a:prstGeom prst="roundRect">
            <a:avLst/>
          </a:prstGeom>
          <a:solidFill>
            <a:srgbClr val="121A2E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Membros da Congregação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Acesso aos devocionais, células, pedidos de oração particulares e histórico dos seus próprios dízimos.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PLATAFORMA HOREB • APRESENTAÇÃO PASTORAL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Cronograma de Implantação Rápida em 7 Dias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42032" cy="4297680"/>
          </a:xfrm>
          <a:prstGeom prst="roundRect">
            <a:avLst/>
          </a:prstGeom>
          <a:solidFill>
            <a:srgbClr val="121A2E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Dias 1 e 2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Configuração Inicial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Inclusão da logo da congregação, cadastro dos ministérios e escala de pastores.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828800"/>
            <a:ext cx="2542032" cy="4297680"/>
          </a:xfrm>
          <a:prstGeom prst="roundRect">
            <a:avLst/>
          </a:prstGeom>
          <a:solidFill>
            <a:srgbClr val="121A2E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Dias 3 e 4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Treinamento Pastoral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Capacitação prática da secretaria, tesouraria e equipe pastoral no painel.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828800"/>
            <a:ext cx="2542032" cy="4297680"/>
          </a:xfrm>
          <a:prstGeom prst="roundRect">
            <a:avLst/>
          </a:prstGeom>
          <a:solidFill>
            <a:srgbClr val="121A2E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Dias 5 e 6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Cadastro de Células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Inserção dos pequenos grupos e da agenda oficial de cultos e eventos.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828800"/>
            <a:ext cx="2542032" cy="4297680"/>
          </a:xfrm>
          <a:prstGeom prst="roundRect">
            <a:avLst/>
          </a:prstGeom>
          <a:solidFill>
            <a:srgbClr val="121A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Dia 7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Lançamento no Culto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Apresentação com QR Code no telão do templo para toda a igreja baixar o app.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5752" cy="4663440"/>
          </a:xfrm>
          <a:prstGeom prst="roundRect">
            <a:avLst/>
          </a:prstGeom>
          <a:solidFill>
            <a:srgbClr val="121A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A DECISÃO ESTRATÉGICA DO MINISTÉRIO</a:t>
            </a:r>
          </a:p>
          <a:p>
            <a:pPr algn="ctr">
              <a:spcAft>
                <a:spcPts val="26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“Investir no Horeb não é contratar um sistema;</a:t>
            </a:r>
            <a:br/>
            <a:r>
              <a:t>é fechar a porta dos fundos da igreja e cuidar com excelência</a:t>
            </a:r>
            <a:br/>
            <a:r>
              <a:t>de cada vida que Deus confiou ao seu ministério.”</a:t>
            </a:r>
          </a:p>
          <a:p>
            <a:pPr algn="ctr">
              <a:spcAft>
                <a:spcPts val="6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Próximo Passo:</a:t>
            </a:r>
          </a:p>
          <a:p>
            <a:pPr algn="ctr">
              <a:defRPr sz="1400">
                <a:solidFill>
                  <a:srgbClr val="94A3B8"/>
                </a:solidFill>
                <a:latin typeface="Segoe UI"/>
              </a:defRPr>
            </a:pPr>
            <a:r>
              <a:t>Agende uma demonstração prática de 20 minutos com a equipe pastoral e diretoria da sua igreja.</a:t>
            </a:r>
            <a:br/>
            <a:r>
              <a:t>O Horeb está pronto para transformar o cuidado com as suas ovelhas.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