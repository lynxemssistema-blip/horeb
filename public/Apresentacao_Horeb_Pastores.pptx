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6692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PLATAFORMA ECLESIÁSTICA HOREB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 Tecnologia a Serviço do Reino</a:t>
            </a:r>
          </a:p>
          <a:p>
            <a:pPr>
              <a:spcAft>
                <a:spcPts val="2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Gestão ministerial de excelência aliada ao acolhimento contínuo de almas na era digital.</a:t>
            </a:r>
          </a:p>
          <a:p>
            <a:pPr>
              <a:spcAft>
                <a:spcPts val="1800"/>
              </a:spcAft>
              <a:defRPr sz="1300" i="1">
                <a:solidFill>
                  <a:srgbClr val="FDE68A"/>
                </a:solidFill>
                <a:latin typeface="Segoe UI"/>
              </a:defRPr>
            </a:pPr>
            <a:r>
              <a:t>“A tecnologia não substitui o pastor; ela capacita o ministério a alcançar a ovelha que está sofrendo em silêncio.”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Apresentação Oficial para Pastores Presidentes, Bispos e Diretorias de Igrejas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O Diagnóstico: O Abandono Silencioso e a Sobrecarga Pastoral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5912" cy="1188720"/>
          </a:xfrm>
          <a:prstGeom prst="roundRect">
            <a:avLst/>
          </a:prstGeom>
          <a:solidFill>
            <a:srgbClr val="1C26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O DESAFIO DA 'PORTA DOS FUNDOS' NA IGREJA: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Mais de 40% das pessoas que se afastam da igreja não saem por rebeldia, mas por solidão, crise emocional não notada ou ausência de acolhimento no momento mais agudo da 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410712" cy="31089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Sobrecarga da Liderança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 pastor titular e sua equipe têm coração pastoral, mas o dia só tem 24h. Centenas de mensagens se acumulam sem resposta humanizada a tempo.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063240"/>
            <a:ext cx="3410712" cy="31089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Comunicação Caótica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Avisos espirituais e pedidos urgentes de oração se perdem no ruído de grupos paralelos de WhatsApp, sem histórico e sem sigilo ético.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063240"/>
            <a:ext cx="3410712" cy="31089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Ausência de Indicadores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Dificuldade em acompanhar a frequência das células nos lares, tarefas de departamentos e emitir comprovantes confiáveis de dízimos para IRPF.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O Que é o Horeb: Um Ecossistema Ministerial Integrado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716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01. Cuidado de Almas 24/7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Aconselhamento bíblico com Inteligência Artificial humanizada com voz que escuta, ora pelo membro e identifica crises emocionais em tempo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10725912" cy="13716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02. Comunhão, Departamentos e Células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Workspaces de ministérios com atas e tarefas, localização de células nos lares, devocionais diários com áudio e convite nominal de amigos.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3716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03. Governança, Eventos e Transparência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Gestão financeira com dízimos nominais para IRPF, bilheteria com QR Code e envio automático de ingressos por e-mail, e controle multi-tenant de congregações.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Check-in de Alma: Acolhimento Humanizado com Reprodução em Áudio</a:t>
            </a:r>
          </a:p>
        </p:txBody>
      </p:sp>
      <p:pic>
        <p:nvPicPr>
          <p:cNvPr id="5" name="Picture 4" descr="painel_pasto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59436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4480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Termômetro Emocional Bíblico: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O membro escolhe como se sente (Feliz, Grato, Cansado, Ansioso, Triste) com design respeitoso e acolhedor.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Tratamento Nominal Afetuoso: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A IA reconhece o primeiro nome do membro (ex: 'Graça e Paz, irmão Luan!'), oferecendo leitura sensível e pastoral.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Player de Áudio Nativo (Voz Brasileira):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O usuário pode escutar a meditação e a oração geradas em voz natural fluida a qualquer hora do dia ou da noite.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100% Fiel à Doutrina Cristã: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Respostas estritamente embasadas nas Escrituras Sagradas, confortando sem frieza robótica ou conselhos seculares vazios.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A Ponte do Cuidado: Da Inteligência Artificial ao Pastor Humano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Passo 1: Acolhimento Diário 24/7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IA atua como primeiro apoio contínuo, consolando e intercedendo pelas situações rotineiras com a Palavra.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Passo 2: Detecção Inteligente de Crise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Em casos de luto, depressão severa ou conflito agudo, o sistema aciona um botão de alerta: 'Falar com o Pastor'.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Passo 3: Fila ao Vivo ou Agendamento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Se houver pastor online no painel, o membro é atendido na hora. Caso contrário, escolhe data e horário na agenda ministerial.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Passo 4: Preparo Espiritual Prévio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 pastor recebe o histórico e resumo prévio do motivo, entrando no gabinete presencial ou virtual já preparado em 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DEPARTAMENTOS ECLESIAIS • GOVERNANÇA 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Gestão de Ministérios &amp; Departamentos: Workspaces Exclusivos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Workspaces por Ministério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Espaço independente para Louvor, Jovens, Mulheres, Kids, Homens, Ação Social e Comunicação, com identidade própria.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Atas de Reuniões Oficiais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Registro digital de atas, decisões, aprovações e pautas das reuniões ministeriais, arquivadas em nuvem com histórico auditável.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Gestão de Tarefas &amp; Escalas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Distribuição clara de atividades, prazos e responsabilidades entre voluntários e obreiros, sem desencontro de informações.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Equipe com Fotos e Lideranças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Visualização dos membros do departamento com fotos de perfil, telefones e funções bem definidas.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Células e Discipulado: A Igreja Conectada nos Lares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5912" cy="12801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F59E0B"/>
                </a:solidFill>
                <a:latin typeface="Segoe UI"/>
              </a:defRPr>
            </a:pPr>
            <a:r>
              <a:t>Mapa da Igreja nos Bairros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Visitantes e novos decididos encontram em 1 clique a célula mais próxima de sua casa, com endereço, dia, horário e contato do líder.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5912" cy="12801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F59E0B"/>
                </a:solidFill>
                <a:latin typeface="Segoe UI"/>
              </a:defRPr>
            </a:pPr>
            <a:r>
              <a:t>Alinhamento Doutrinário Oficial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Os líderes de célula acessam diretamente no aplicativo os estudos e esboços oficiais enviados pela liderança pastoral da igreja.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725912" cy="12801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F59E0B"/>
                </a:solidFill>
                <a:latin typeface="Segoe UI"/>
              </a:defRPr>
            </a:pPr>
            <a:r>
              <a:t>Frequência e Acompanhamento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 líder registra os membros presentes na reunião semanal, permitindo que a liderança pastoral saiba quem está faltando antes que esfrie na fé.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CRESCIMENTO DA IGREJA • ENGAJAMENTO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Multiplicação e Evangelismo: 'Convidar Amigo' em 1 Clique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Convite Fácil via WhatsApp &amp; E-mail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Qualquer membro pode convidar vizinhos, amigos e familiares gerando um link acolhedor pré-preenchido com o nome do convidado.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Página de Boas-Vindas Desbloqueada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 amigo acessa uma tela limpa e elegante na web (/[slug]/cadastro) com a identidade visual e o logo da igreja, sem complicação.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Blindagem Restrita de Membresia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 sistema garante que novos cadastros convidados por membros recebam estritamente o papel de Membro, sem risco de acesso indevido.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Acompanhamento pela Secretaria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liderança e a secretaria visualizam no painel quem convidou, quem aceitou e quando o novo membro concluiu seu cadastro.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Gestão Financeira Transparente &amp; Comprovantes de Dízimo para IRPF</a:t>
            </a:r>
          </a:p>
        </p:txBody>
      </p:sp>
      <p:pic>
        <p:nvPicPr>
          <p:cNvPr id="5" name="Picture 4" descr="gestao_ev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554480"/>
            <a:ext cx="612648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4297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Dízimos e Ofertas Nominais: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Rastreamento seguro via PIX, cartão e transferências bancárias com identificação individual do membro.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Comprovante Anual para IRPF: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Gera extrato oficial com CNPJ da igreja para a declaração de Imposto de Renda dos membros de forma imediata.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Transparência com a Diretoria: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Relatórios mensais categorizados (Missões, Aluguel, Reforma, Obras Sociais) prontos para conselho fiscal e assembleia.</a:t>
            </a: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Segurança Bancária: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Sem manipulação manual desprotegida de dinheiro em espécie na tesouraria.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Eventos e Congressos: Bilheteria Digital, E-mail com QR Code &amp; Portaria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Inscrições e Vendas Sem Taxas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Congressos de mulheres, retiros de jovens e conferências ministeriais (pagos ou gratuitos) com inscrição direta no aplicativo.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Disparo Automático por E-mail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Ao confirmar o ingresso, o participante recebe e-mail oficial com o QR Code individualizado e código único de validação.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Catraca Scanner em Segundos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Os obreiros e voluntários realizam a leitura do QR Code na entrada usando a própria câmera do celular, eliminando filas e tumultos.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Carteira Digital do Membro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Todos os ingressos adquiridos ficam salvos na carteira digital do usuário no app para exibição offline a qualquer momento.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Governança em Rede: Sedes, Filiais e Segurança Multi-Tenant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Pastor Presidente / Bispo (Superadmin)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Visão panorâmica consolidada de toda a rede de congregações, relatórios globais de engajamento e troca ágil entre filiais.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Pastores de Congregações Locais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Autonomia na gestão dos membros, aconselhamentos, células e eventos da sua congregação filial.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Tesouraria &amp; Conselho Fiscal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Acesso restrito aos módulos financeiros e prestação de contas, sem acesso a dados sigilosos pastorais.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212080" cy="2011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Líderes de Ministérios &amp; Membros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Gestão focada do seu próprio departamento, com membros acessando devocionais, células e seus próprios dízimos.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PLATAFORMA HOREB • APRESENTAÇÃO PASTORAL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Cronograma de Implantação Rápida em 7 Dias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4297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Dias 1 e 2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Configuração Inicial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Inclusão da logo da congregação, cores institucionais, filiais e escala de pastores.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83080"/>
            <a:ext cx="2542032" cy="4297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Dias 3 e 4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Treinamento Pastoral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Capacitação prática da secretaria, tesouraria e equipe pastoral no painel.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783080"/>
            <a:ext cx="2542032" cy="4297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Dias 5 e 6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Células e Ministérios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Inserção dos pequenos grupos, criação dos workspaces ministeriais e agenda.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783080"/>
            <a:ext cx="2542032" cy="4297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Dia 7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Lançamento no Culto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Apresentação com QR Code no telão do templo para toda a igreja baixar o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A DECISÃO ESTRATÉGICA DO MINISTÉRIO</a:t>
            </a:r>
          </a:p>
          <a:p>
            <a:pPr algn="ctr">
              <a:spcAft>
                <a:spcPts val="26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“Investir no Horeb não é contratar um sistema;</a:t>
            </a:r>
            <a:br/>
            <a:r>
              <a:t>é fechar a porta dos fundos da igreja e cuidar com excelência</a:t>
            </a:r>
            <a:br/>
            <a:r>
              <a:t>de cada vida que Deus confiou ao seu ministério.”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Próximo Passo:</a:t>
            </a:r>
          </a:p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Agende uma demonstração prática de 20 minutos com a equipe pastoral e diretoria da sua igreja.</a:t>
            </a:r>
            <a:br/>
            <a:r>
              <a:t>O Horeb está pronto para transformar o cuidado com as suas ovelhas.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